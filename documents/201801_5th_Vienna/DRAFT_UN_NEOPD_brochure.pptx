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57" r:id="rId4"/>
    <p:sldId id="259" r:id="rId5"/>
    <p:sldId id="260" r:id="rId6"/>
  </p:sldIdLst>
  <p:sldSz cx="9144000" cy="5143500" type="screen16x9"/>
  <p:notesSz cx="6858000" cy="9144000"/>
  <p:defaultTextStyle>
    <a:defPPr>
      <a:defRPr lang="ko-KR"/>
    </a:defPPr>
    <a:lvl1pPr marL="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16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-152" y="-104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6CA2-F1F0-4595-AA63-578F0964D9B4}" type="datetimeFigureOut">
              <a:rPr lang="ko-KR" altLang="en-US" smtClean="0"/>
              <a:t>1/30/18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D4319-EF82-4335-B5F3-39F47B7215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272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6CA2-F1F0-4595-AA63-578F0964D9B4}" type="datetimeFigureOut">
              <a:rPr lang="ko-KR" altLang="en-US" smtClean="0"/>
              <a:t>1/30/18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D4319-EF82-4335-B5F3-39F47B7215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733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6CA2-F1F0-4595-AA63-578F0964D9B4}" type="datetimeFigureOut">
              <a:rPr lang="ko-KR" altLang="en-US" smtClean="0"/>
              <a:t>1/30/18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D4319-EF82-4335-B5F3-39F47B7215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01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6CA2-F1F0-4595-AA63-578F0964D9B4}" type="datetimeFigureOut">
              <a:rPr lang="ko-KR" altLang="en-US" smtClean="0"/>
              <a:t>1/30/18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D4319-EF82-4335-B5F3-39F47B7215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415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6CA2-F1F0-4595-AA63-578F0964D9B4}" type="datetimeFigureOut">
              <a:rPr lang="ko-KR" altLang="en-US" smtClean="0"/>
              <a:t>1/30/18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D4319-EF82-4335-B5F3-39F47B7215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027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6CA2-F1F0-4595-AA63-578F0964D9B4}" type="datetimeFigureOut">
              <a:rPr lang="ko-KR" altLang="en-US" smtClean="0"/>
              <a:t>1/30/18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D4319-EF82-4335-B5F3-39F47B7215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234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6CA2-F1F0-4595-AA63-578F0964D9B4}" type="datetimeFigureOut">
              <a:rPr lang="ko-KR" altLang="en-US" smtClean="0"/>
              <a:t>1/30/18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D4319-EF82-4335-B5F3-39F47B7215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253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6CA2-F1F0-4595-AA63-578F0964D9B4}" type="datetimeFigureOut">
              <a:rPr lang="ko-KR" altLang="en-US" smtClean="0"/>
              <a:t>1/30/18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D4319-EF82-4335-B5F3-39F47B7215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073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6CA2-F1F0-4595-AA63-578F0964D9B4}" type="datetimeFigureOut">
              <a:rPr lang="ko-KR" altLang="en-US" smtClean="0"/>
              <a:t>1/30/18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D4319-EF82-4335-B5F3-39F47B7215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109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6CA2-F1F0-4595-AA63-578F0964D9B4}" type="datetimeFigureOut">
              <a:rPr lang="ko-KR" altLang="en-US" smtClean="0"/>
              <a:t>1/30/18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D4319-EF82-4335-B5F3-39F47B7215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06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6CA2-F1F0-4595-AA63-578F0964D9B4}" type="datetimeFigureOut">
              <a:rPr lang="ko-KR" altLang="en-US" smtClean="0"/>
              <a:t>1/30/18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D4319-EF82-4335-B5F3-39F47B7215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512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46CA2-F1F0-4595-AA63-578F0964D9B4}" type="datetimeFigureOut">
              <a:rPr lang="ko-KR" altLang="en-US" smtClean="0"/>
              <a:t>1/30/18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D4319-EF82-4335-B5F3-39F47B7215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6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5078641" y="1323909"/>
            <a:ext cx="18876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15440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cxnSp>
        <p:nvCxnSpPr>
          <p:cNvPr id="3" name="직선 연결선 2"/>
          <p:cNvCxnSpPr/>
          <p:nvPr/>
        </p:nvCxnSpPr>
        <p:spPr>
          <a:xfrm>
            <a:off x="712520" y="1311518"/>
            <a:ext cx="3168000" cy="1"/>
          </a:xfrm>
          <a:prstGeom prst="line">
            <a:avLst/>
          </a:prstGeom>
          <a:ln>
            <a:solidFill>
              <a:srgbClr val="5B9BD5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/>
        </p:nvCxnSpPr>
        <p:spPr>
          <a:xfrm>
            <a:off x="712520" y="2437695"/>
            <a:ext cx="3168000" cy="1"/>
          </a:xfrm>
          <a:prstGeom prst="line">
            <a:avLst/>
          </a:prstGeom>
          <a:ln>
            <a:solidFill>
              <a:srgbClr val="5B9BD5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712520" y="3527537"/>
            <a:ext cx="3168000" cy="1"/>
          </a:xfrm>
          <a:prstGeom prst="line">
            <a:avLst/>
          </a:prstGeom>
          <a:ln>
            <a:solidFill>
              <a:srgbClr val="5B9BD5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6020453" y="1311518"/>
            <a:ext cx="1692000" cy="1"/>
          </a:xfrm>
          <a:prstGeom prst="line">
            <a:avLst/>
          </a:prstGeom>
          <a:ln>
            <a:solidFill>
              <a:srgbClr val="5B9BD5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6020453" y="2437695"/>
            <a:ext cx="1692000" cy="1"/>
          </a:xfrm>
          <a:prstGeom prst="line">
            <a:avLst/>
          </a:prstGeom>
          <a:ln>
            <a:solidFill>
              <a:srgbClr val="5B9BD5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6020453" y="3527537"/>
            <a:ext cx="1692000" cy="1"/>
          </a:xfrm>
          <a:prstGeom prst="line">
            <a:avLst/>
          </a:prstGeom>
          <a:ln>
            <a:solidFill>
              <a:srgbClr val="5B9BD5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1170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1910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cxnSp>
        <p:nvCxnSpPr>
          <p:cNvPr id="3" name="직선 연결선 2"/>
          <p:cNvCxnSpPr/>
          <p:nvPr/>
        </p:nvCxnSpPr>
        <p:spPr>
          <a:xfrm>
            <a:off x="2597932" y="1937162"/>
            <a:ext cx="5760000" cy="1"/>
          </a:xfrm>
          <a:prstGeom prst="line">
            <a:avLst/>
          </a:prstGeom>
          <a:ln>
            <a:solidFill>
              <a:srgbClr val="5B9BD5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/>
          <p:cNvCxnSpPr/>
          <p:nvPr/>
        </p:nvCxnSpPr>
        <p:spPr>
          <a:xfrm>
            <a:off x="2597932" y="3310767"/>
            <a:ext cx="5760000" cy="1"/>
          </a:xfrm>
          <a:prstGeom prst="line">
            <a:avLst/>
          </a:prstGeom>
          <a:ln>
            <a:solidFill>
              <a:srgbClr val="5B9BD5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7836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723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647</TotalTime>
  <Words>0</Words>
  <Application>Microsoft Macintosh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Rob Landis</cp:lastModifiedBy>
  <cp:revision>15</cp:revision>
  <dcterms:created xsi:type="dcterms:W3CDTF">2018-01-23T05:13:53Z</dcterms:created>
  <dcterms:modified xsi:type="dcterms:W3CDTF">2018-01-30T14:42:58Z</dcterms:modified>
</cp:coreProperties>
</file>